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gif" ContentType="image/gif"/>
  <Default Extension="svg" ContentType="image/svg+xml"/>
  <Default Extension="emf" ContentType="image/x-emf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media/image1.png" ContentType="image/png"/>
  <Override PartName="/ppt/media/image2.jpg" ContentType="image/jpeg"/>
  <Override PartName="/ppt/media/image3.gif" ContentType="image/gif"/>
  <Override PartName="/ppt/media/image4.svg" ContentType="image/svg+xml"/>
  <Override PartName="/ppt/media/image5.emf" ContentType="image/x-emf"/>
  <Override PartName="/ppt/slides/slide1.xml" ContentType="application/vnd.openxmlformats-officedocument.presentationml.slide+xml"/>
  <Override PartName="/ppt/presentation.xml" ContentType="application/vnd.openxmlformats-officedocument.presentationml.presentation.main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Master1"/>
  </p:sldMasterIdLst>
  <p:sldIdLst>
    <p:sldId id="256" r:id="rIdSlide1"/>
  </p:sldIdLst>
  <p:sldSize cx="9144000" cy="6858000" type="screen4x3"/>
  <p:notesSz cx="6858000" cy="9144000"/>
</p:presentation>
</file>

<file path=ppt/_rels/presentation.xml.rels><?xml version="1.0" encoding="UTF-8" standalone="yes"?>
<Relationships xmlns="http://schemas.openxmlformats.org/package/2006/relationships"><Relationship Id="rIdMaster1" Type="http://schemas.openxmlformats.org/officeDocument/2006/relationships/slideMaster" Target="slideMasters/slideMaster1.xml"/><Relationship Id="rIdSlide1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obj">
  <p:cSld name="Title and Content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jpg"/><Relationship Id="rId3" Type="http://schemas.openxmlformats.org/officeDocument/2006/relationships/image" Target="../media/image3.gif"/><Relationship Id="rId4" Type="http://schemas.openxmlformats.org/officeDocument/2006/relationships/image" Target="../media/image4.svg"/><Relationship Id="rId5" Type="http://schemas.openxmlformats.org/officeDocument/2006/relationships/image" Target="../media/image5.emf"/><Relationship Id="rId6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2" descr="Four coloured quadrants, 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609600"/>
            <a:ext cx="2438400" cy="1828800"/>
          </a:xfrm>
          <a:prstGeom prst="rect">
            <a:avLst/>
          </a:prstGeom>
        </p:spPr>
      </p:pic>
      <p:pic>
        <p:nvPicPr>
          <p:cNvPr id="3" name="Picture 3" descr="Four coloured quadrants, 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0" y="609600"/>
            <a:ext cx="2438400" cy="1828800"/>
          </a:xfrm>
          <a:prstGeom prst="rect">
            <a:avLst/>
          </a:prstGeom>
        </p:spPr>
      </p:pic>
      <p:pic>
        <p:nvPicPr>
          <p:cNvPr id="4" name="Picture 4" descr="Four coloured quadrants, 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609600"/>
            <a:ext cx="2438400" cy="1828800"/>
          </a:xfrm>
          <a:prstGeom prst="rect">
            <a:avLst/>
          </a:prstGeom>
        </p:spPr>
      </p:pic>
      <p:pic>
        <p:nvPicPr>
          <p:cNvPr id="5" name="Picture 5" descr="Four coloured quadrants, SV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657600"/>
            <a:ext cx="2438400" cy="1828800"/>
          </a:xfrm>
          <a:prstGeom prst="rect">
            <a:avLst/>
          </a:prstGeom>
        </p:spPr>
      </p:pic>
      <p:pic>
        <p:nvPicPr>
          <p:cNvPr id="6" name="Picture 6" descr="A metafile draw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6800" y="3657600"/>
            <a:ext cx="2438400" cy="1828800"/>
          </a:xfrm>
          <a:prstGeom prst="rect">
            <a:avLst/>
          </a:prstGeom>
        </p:spPr>
      </p:pic>
      <p:pic>
        <p:nvPicPr>
          <p:cNvPr id="7" name="Picture 7" descr="The bottom-right quadrant, cropped"/>
          <p:cNvPicPr>
            <a:picLocks noChangeAspect="1"/>
          </p:cNvPicPr>
          <p:nvPr/>
        </p:nvPicPr>
        <p:blipFill>
          <a:blip r:embed="rId1"/>
          <a:srcRect l="50000" t="50000"/>
          <a:stretch>
            <a:fillRect/>
          </a:stretch>
        </p:blipFill>
        <p:spPr>
          <a:xfrm>
            <a:off x="9144000" y="3657600"/>
            <a:ext cx="2438400" cy="1828800"/>
          </a:xfrm>
          <a:prstGeom prst="rect">
            <a:avLst/>
          </a:prstGeom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xmlns:a="http://schemas.openxmlformats.org/drawingml/2006/main"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